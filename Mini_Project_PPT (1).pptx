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422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64DABB4-F5E0-4C30-A057-22E63820765A}" v="11" dt="2026-06-23T10:22:02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-1236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23AK1A 3365" userId="2d3e13fe990a9554" providerId="LiveId" clId="{CE707E20-A795-48BB-A071-879AAD7048D2}"/>
    <pc:docChg chg="undo custSel addSld delSld modSld">
      <pc:chgData name="23AK1A 3365" userId="2d3e13fe990a9554" providerId="LiveId" clId="{CE707E20-A795-48BB-A071-879AAD7048D2}" dt="2026-06-23T10:24:53.027" v="590" actId="20577"/>
      <pc:docMkLst>
        <pc:docMk/>
      </pc:docMkLst>
      <pc:sldChg chg="addSp delSp modSp mod setBg setClrOvrMap delDesignElem">
        <pc:chgData name="23AK1A 3365" userId="2d3e13fe990a9554" providerId="LiveId" clId="{CE707E20-A795-48BB-A071-879AAD7048D2}" dt="2026-06-23T10:24:53.027" v="590" actId="20577"/>
        <pc:sldMkLst>
          <pc:docMk/>
          <pc:sldMk cId="0" sldId="256"/>
        </pc:sldMkLst>
        <pc:spChg chg="mod">
          <ac:chgData name="23AK1A 3365" userId="2d3e13fe990a9554" providerId="LiveId" clId="{CE707E20-A795-48BB-A071-879AAD7048D2}" dt="2026-06-23T10:21:17.432" v="517" actId="26606"/>
          <ac:spMkLst>
            <pc:docMk/>
            <pc:sldMk cId="0" sldId="256"/>
            <ac:spMk id="2" creationId="{00000000-0000-0000-0000-000000000000}"/>
          </ac:spMkLst>
        </pc:spChg>
        <pc:spChg chg="mod ord">
          <ac:chgData name="23AK1A 3365" userId="2d3e13fe990a9554" providerId="LiveId" clId="{CE707E20-A795-48BB-A071-879AAD7048D2}" dt="2026-06-23T10:24:53.027" v="590" actId="20577"/>
          <ac:spMkLst>
            <pc:docMk/>
            <pc:sldMk cId="0" sldId="256"/>
            <ac:spMk id="3" creationId="{00000000-0000-0000-0000-000000000000}"/>
          </ac:spMkLst>
        </pc:spChg>
        <pc:spChg chg="add del">
          <ac:chgData name="23AK1A 3365" userId="2d3e13fe990a9554" providerId="LiveId" clId="{CE707E20-A795-48BB-A071-879AAD7048D2}" dt="2026-06-23T10:19:34.263" v="465" actId="26606"/>
          <ac:spMkLst>
            <pc:docMk/>
            <pc:sldMk cId="0" sldId="256"/>
            <ac:spMk id="8" creationId="{C6D09588-9668-4D38-8AD4-C27CF2B2D41C}"/>
          </ac:spMkLst>
        </pc:spChg>
        <pc:spChg chg="add del">
          <ac:chgData name="23AK1A 3365" userId="2d3e13fe990a9554" providerId="LiveId" clId="{CE707E20-A795-48BB-A071-879AAD7048D2}" dt="2026-06-23T10:19:39.035" v="467" actId="26606"/>
          <ac:spMkLst>
            <pc:docMk/>
            <pc:sldMk cId="0" sldId="256"/>
            <ac:spMk id="9" creationId="{C1DD1A8A-57D5-4A81-AD04-532B043C5611}"/>
          </ac:spMkLst>
        </pc:spChg>
        <pc:spChg chg="add del">
          <ac:chgData name="23AK1A 3365" userId="2d3e13fe990a9554" providerId="LiveId" clId="{CE707E20-A795-48BB-A071-879AAD7048D2}" dt="2026-06-23T10:19:39.035" v="467" actId="26606"/>
          <ac:spMkLst>
            <pc:docMk/>
            <pc:sldMk cId="0" sldId="256"/>
            <ac:spMk id="16" creationId="{007891EC-4501-44ED-A8C8-B11B6DB767AB}"/>
          </ac:spMkLst>
        </pc:spChg>
        <pc:spChg chg="add del">
          <ac:chgData name="23AK1A 3365" userId="2d3e13fe990a9554" providerId="LiveId" clId="{CE707E20-A795-48BB-A071-879AAD7048D2}" dt="2026-06-23T10:19:41.939" v="469" actId="26606"/>
          <ac:spMkLst>
            <pc:docMk/>
            <pc:sldMk cId="0" sldId="256"/>
            <ac:spMk id="18" creationId="{73AD41DB-DF9F-49BC-85AE-6AB1840AD517}"/>
          </ac:spMkLst>
        </pc:spChg>
        <pc:spChg chg="add del">
          <ac:chgData name="23AK1A 3365" userId="2d3e13fe990a9554" providerId="LiveId" clId="{CE707E20-A795-48BB-A071-879AAD7048D2}" dt="2026-06-23T10:21:17.432" v="517" actId="26606"/>
          <ac:spMkLst>
            <pc:docMk/>
            <pc:sldMk cId="0" sldId="256"/>
            <ac:spMk id="21" creationId="{F8446B12-7391-4711-8B31-112A0B896C76}"/>
          </ac:spMkLst>
        </pc:spChg>
        <pc:spChg chg="add del">
          <ac:chgData name="23AK1A 3365" userId="2d3e13fe990a9554" providerId="LiveId" clId="{CE707E20-A795-48BB-A071-879AAD7048D2}" dt="2026-06-23T10:19:55.273" v="475" actId="26606"/>
          <ac:spMkLst>
            <pc:docMk/>
            <pc:sldMk cId="0" sldId="256"/>
            <ac:spMk id="30" creationId="{73AD41DB-DF9F-49BC-85AE-6AB1840AD517}"/>
          </ac:spMkLst>
        </pc:spChg>
        <pc:spChg chg="add del">
          <ac:chgData name="23AK1A 3365" userId="2d3e13fe990a9554" providerId="LiveId" clId="{CE707E20-A795-48BB-A071-879AAD7048D2}" dt="2026-06-23T10:20:14.592" v="485" actId="26606"/>
          <ac:spMkLst>
            <pc:docMk/>
            <pc:sldMk cId="0" sldId="256"/>
            <ac:spMk id="34" creationId="{55D4142C-5077-457F-A6AD-3FECFDB39685}"/>
          </ac:spMkLst>
        </pc:spChg>
        <pc:spChg chg="add del">
          <ac:chgData name="23AK1A 3365" userId="2d3e13fe990a9554" providerId="LiveId" clId="{CE707E20-A795-48BB-A071-879AAD7048D2}" dt="2026-06-23T10:19:58.416" v="477" actId="26606"/>
          <ac:spMkLst>
            <pc:docMk/>
            <pc:sldMk cId="0" sldId="256"/>
            <ac:spMk id="36" creationId="{55D4142C-5077-457F-A6AD-3FECFDB39685}"/>
          </ac:spMkLst>
        </pc:spChg>
        <pc:spChg chg="add del">
          <ac:chgData name="23AK1A 3365" userId="2d3e13fe990a9554" providerId="LiveId" clId="{CE707E20-A795-48BB-A071-879AAD7048D2}" dt="2026-06-23T10:19:58.416" v="477" actId="26606"/>
          <ac:spMkLst>
            <pc:docMk/>
            <pc:sldMk cId="0" sldId="256"/>
            <ac:spMk id="37" creationId="{6B5E2835-4E47-45B3-9CFE-732FF7B05472}"/>
          </ac:spMkLst>
        </pc:spChg>
        <pc:spChg chg="add del">
          <ac:chgData name="23AK1A 3365" userId="2d3e13fe990a9554" providerId="LiveId" clId="{CE707E20-A795-48BB-A071-879AAD7048D2}" dt="2026-06-23T10:19:58.416" v="477" actId="26606"/>
          <ac:spMkLst>
            <pc:docMk/>
            <pc:sldMk cId="0" sldId="256"/>
            <ac:spMk id="38" creationId="{7A5F0580-5EE9-419F-96EE-B6529EF6E7D0}"/>
          </ac:spMkLst>
        </pc:spChg>
        <pc:spChg chg="add del">
          <ac:chgData name="23AK1A 3365" userId="2d3e13fe990a9554" providerId="LiveId" clId="{CE707E20-A795-48BB-A071-879AAD7048D2}" dt="2026-06-23T10:19:58.416" v="477" actId="26606"/>
          <ac:spMkLst>
            <pc:docMk/>
            <pc:sldMk cId="0" sldId="256"/>
            <ac:spMk id="39" creationId="{5B45AD5D-AA52-4F7B-9362-576A39AD9E09}"/>
          </ac:spMkLst>
        </pc:spChg>
        <pc:spChg chg="add del">
          <ac:chgData name="23AK1A 3365" userId="2d3e13fe990a9554" providerId="LiveId" clId="{CE707E20-A795-48BB-A071-879AAD7048D2}" dt="2026-06-23T10:19:58.416" v="477" actId="26606"/>
          <ac:spMkLst>
            <pc:docMk/>
            <pc:sldMk cId="0" sldId="256"/>
            <ac:spMk id="40" creationId="{AEDD7960-4866-4399-BEF6-DD1431AB4E34}"/>
          </ac:spMkLst>
        </pc:spChg>
        <pc:spChg chg="add del">
          <ac:chgData name="23AK1A 3365" userId="2d3e13fe990a9554" providerId="LiveId" clId="{CE707E20-A795-48BB-A071-879AAD7048D2}" dt="2026-06-23T10:20:04.167" v="479" actId="26606"/>
          <ac:spMkLst>
            <pc:docMk/>
            <pc:sldMk cId="0" sldId="256"/>
            <ac:spMk id="42" creationId="{3BA513B0-82FF-4F41-8178-885375D1CFB5}"/>
          </ac:spMkLst>
        </pc:spChg>
        <pc:spChg chg="add del">
          <ac:chgData name="23AK1A 3365" userId="2d3e13fe990a9554" providerId="LiveId" clId="{CE707E20-A795-48BB-A071-879AAD7048D2}" dt="2026-06-23T10:20:06.195" v="481" actId="26606"/>
          <ac:spMkLst>
            <pc:docMk/>
            <pc:sldMk cId="0" sldId="256"/>
            <ac:spMk id="46" creationId="{B1595A09-E336-4D1B-9B3A-06A2287A54E2}"/>
          </ac:spMkLst>
        </pc:spChg>
        <pc:spChg chg="add del">
          <ac:chgData name="23AK1A 3365" userId="2d3e13fe990a9554" providerId="LiveId" clId="{CE707E20-A795-48BB-A071-879AAD7048D2}" dt="2026-06-23T10:20:06.195" v="481" actId="26606"/>
          <ac:spMkLst>
            <pc:docMk/>
            <pc:sldMk cId="0" sldId="256"/>
            <ac:spMk id="47" creationId="{3540989C-C7B8-473B-BF87-6F2DA6A90006}"/>
          </ac:spMkLst>
        </pc:spChg>
        <pc:spChg chg="add del">
          <ac:chgData name="23AK1A 3365" userId="2d3e13fe990a9554" providerId="LiveId" clId="{CE707E20-A795-48BB-A071-879AAD7048D2}" dt="2026-06-23T10:20:07.873" v="483" actId="26606"/>
          <ac:spMkLst>
            <pc:docMk/>
            <pc:sldMk cId="0" sldId="256"/>
            <ac:spMk id="49" creationId="{362810D9-2C5A-477D-949C-C191895477F3}"/>
          </ac:spMkLst>
        </pc:spChg>
        <pc:spChg chg="add del">
          <ac:chgData name="23AK1A 3365" userId="2d3e13fe990a9554" providerId="LiveId" clId="{CE707E20-A795-48BB-A071-879AAD7048D2}" dt="2026-06-23T10:20:07.873" v="483" actId="26606"/>
          <ac:spMkLst>
            <pc:docMk/>
            <pc:sldMk cId="0" sldId="256"/>
            <ac:spMk id="50" creationId="{081E4A58-353D-44AE-B2FC-2A74E2E400F7}"/>
          </ac:spMkLst>
        </pc:spChg>
        <pc:spChg chg="add del">
          <ac:chgData name="23AK1A 3365" userId="2d3e13fe990a9554" providerId="LiveId" clId="{CE707E20-A795-48BB-A071-879AAD7048D2}" dt="2026-06-23T10:20:14.592" v="485" actId="26606"/>
          <ac:spMkLst>
            <pc:docMk/>
            <pc:sldMk cId="0" sldId="256"/>
            <ac:spMk id="52" creationId="{9AA72BD9-2C5A-4EDC-931F-5AA08EACA0F3}"/>
          </ac:spMkLst>
        </pc:spChg>
        <pc:spChg chg="add del">
          <ac:chgData name="23AK1A 3365" userId="2d3e13fe990a9554" providerId="LiveId" clId="{CE707E20-A795-48BB-A071-879AAD7048D2}" dt="2026-06-23T10:20:14.592" v="485" actId="26606"/>
          <ac:spMkLst>
            <pc:docMk/>
            <pc:sldMk cId="0" sldId="256"/>
            <ac:spMk id="53" creationId="{DD3981AC-7B61-4947-BCF3-F7AA7FA385B9}"/>
          </ac:spMkLst>
        </pc:spChg>
        <pc:spChg chg="add del">
          <ac:chgData name="23AK1A 3365" userId="2d3e13fe990a9554" providerId="LiveId" clId="{CE707E20-A795-48BB-A071-879AAD7048D2}" dt="2026-06-23T10:20:14.592" v="485" actId="26606"/>
          <ac:spMkLst>
            <pc:docMk/>
            <pc:sldMk cId="0" sldId="256"/>
            <ac:spMk id="54" creationId="{7A5F0580-5EE9-419F-96EE-B6529EF6E7D0}"/>
          </ac:spMkLst>
        </pc:spChg>
        <pc:spChg chg="add del">
          <ac:chgData name="23AK1A 3365" userId="2d3e13fe990a9554" providerId="LiveId" clId="{CE707E20-A795-48BB-A071-879AAD7048D2}" dt="2026-06-23T10:20:17.546" v="487" actId="26606"/>
          <ac:spMkLst>
            <pc:docMk/>
            <pc:sldMk cId="0" sldId="256"/>
            <ac:spMk id="56" creationId="{5964CBE2-084A-47DF-A704-CF5F6217B569}"/>
          </ac:spMkLst>
        </pc:spChg>
        <pc:spChg chg="add del">
          <ac:chgData name="23AK1A 3365" userId="2d3e13fe990a9554" providerId="LiveId" clId="{CE707E20-A795-48BB-A071-879AAD7048D2}" dt="2026-06-23T10:20:28.033" v="490" actId="26606"/>
          <ac:spMkLst>
            <pc:docMk/>
            <pc:sldMk cId="0" sldId="256"/>
            <ac:spMk id="63" creationId="{9B37791B-B040-4694-BFDC-8DD132D86E8E}"/>
          </ac:spMkLst>
        </pc:spChg>
        <pc:spChg chg="add del">
          <ac:chgData name="23AK1A 3365" userId="2d3e13fe990a9554" providerId="LiveId" clId="{CE707E20-A795-48BB-A071-879AAD7048D2}" dt="2026-06-23T10:20:30.893" v="492" actId="26606"/>
          <ac:spMkLst>
            <pc:docMk/>
            <pc:sldMk cId="0" sldId="256"/>
            <ac:spMk id="71" creationId="{5964CBE2-084A-47DF-A704-CF5F6217B569}"/>
          </ac:spMkLst>
        </pc:spChg>
        <pc:spChg chg="add del">
          <ac:chgData name="23AK1A 3365" userId="2d3e13fe990a9554" providerId="LiveId" clId="{CE707E20-A795-48BB-A071-879AAD7048D2}" dt="2026-06-23T10:20:33.719" v="494" actId="26606"/>
          <ac:spMkLst>
            <pc:docMk/>
            <pc:sldMk cId="0" sldId="256"/>
            <ac:spMk id="78" creationId="{73AD41DB-DF9F-49BC-85AE-6AB1840AD517}"/>
          </ac:spMkLst>
        </pc:spChg>
        <pc:spChg chg="add del">
          <ac:chgData name="23AK1A 3365" userId="2d3e13fe990a9554" providerId="LiveId" clId="{CE707E20-A795-48BB-A071-879AAD7048D2}" dt="2026-06-23T10:20:35.243" v="496" actId="26606"/>
          <ac:spMkLst>
            <pc:docMk/>
            <pc:sldMk cId="0" sldId="256"/>
            <ac:spMk id="82" creationId="{3BA513B0-82FF-4F41-8178-885375D1CFB5}"/>
          </ac:spMkLst>
        </pc:spChg>
        <pc:spChg chg="add del">
          <ac:chgData name="23AK1A 3365" userId="2d3e13fe990a9554" providerId="LiveId" clId="{CE707E20-A795-48BB-A071-879AAD7048D2}" dt="2026-06-23T10:20:41.013" v="498" actId="26606"/>
          <ac:spMkLst>
            <pc:docMk/>
            <pc:sldMk cId="0" sldId="256"/>
            <ac:spMk id="88" creationId="{B1595A09-E336-4D1B-9B3A-06A2287A54E2}"/>
          </ac:spMkLst>
        </pc:spChg>
        <pc:spChg chg="add del">
          <ac:chgData name="23AK1A 3365" userId="2d3e13fe990a9554" providerId="LiveId" clId="{CE707E20-A795-48BB-A071-879AAD7048D2}" dt="2026-06-23T10:20:41.013" v="498" actId="26606"/>
          <ac:spMkLst>
            <pc:docMk/>
            <pc:sldMk cId="0" sldId="256"/>
            <ac:spMk id="89" creationId="{3540989C-C7B8-473B-BF87-6F2DA6A90006}"/>
          </ac:spMkLst>
        </pc:spChg>
        <pc:spChg chg="add del">
          <ac:chgData name="23AK1A 3365" userId="2d3e13fe990a9554" providerId="LiveId" clId="{CE707E20-A795-48BB-A071-879AAD7048D2}" dt="2026-06-23T10:20:44.516" v="500" actId="26606"/>
          <ac:spMkLst>
            <pc:docMk/>
            <pc:sldMk cId="0" sldId="256"/>
            <ac:spMk id="91" creationId="{362810D9-2C5A-477D-949C-C191895477F3}"/>
          </ac:spMkLst>
        </pc:spChg>
        <pc:spChg chg="add del">
          <ac:chgData name="23AK1A 3365" userId="2d3e13fe990a9554" providerId="LiveId" clId="{CE707E20-A795-48BB-A071-879AAD7048D2}" dt="2026-06-23T10:20:44.516" v="500" actId="26606"/>
          <ac:spMkLst>
            <pc:docMk/>
            <pc:sldMk cId="0" sldId="256"/>
            <ac:spMk id="92" creationId="{081E4A58-353D-44AE-B2FC-2A74E2E400F7}"/>
          </ac:spMkLst>
        </pc:spChg>
        <pc:spChg chg="add del">
          <ac:chgData name="23AK1A 3365" userId="2d3e13fe990a9554" providerId="LiveId" clId="{CE707E20-A795-48BB-A071-879AAD7048D2}" dt="2026-06-23T10:20:47.963" v="502" actId="26606"/>
          <ac:spMkLst>
            <pc:docMk/>
            <pc:sldMk cId="0" sldId="256"/>
            <ac:spMk id="94" creationId="{9AA72BD9-2C5A-4EDC-931F-5AA08EACA0F3}"/>
          </ac:spMkLst>
        </pc:spChg>
        <pc:spChg chg="add del">
          <ac:chgData name="23AK1A 3365" userId="2d3e13fe990a9554" providerId="LiveId" clId="{CE707E20-A795-48BB-A071-879AAD7048D2}" dt="2026-06-23T10:20:47.963" v="502" actId="26606"/>
          <ac:spMkLst>
            <pc:docMk/>
            <pc:sldMk cId="0" sldId="256"/>
            <ac:spMk id="95" creationId="{DD3981AC-7B61-4947-BCF3-F7AA7FA385B9}"/>
          </ac:spMkLst>
        </pc:spChg>
        <pc:spChg chg="add del">
          <ac:chgData name="23AK1A 3365" userId="2d3e13fe990a9554" providerId="LiveId" clId="{CE707E20-A795-48BB-A071-879AAD7048D2}" dt="2026-06-23T10:20:47.963" v="502" actId="26606"/>
          <ac:spMkLst>
            <pc:docMk/>
            <pc:sldMk cId="0" sldId="256"/>
            <ac:spMk id="96" creationId="{55D4142C-5077-457F-A6AD-3FECFDB39685}"/>
          </ac:spMkLst>
        </pc:spChg>
        <pc:spChg chg="add del">
          <ac:chgData name="23AK1A 3365" userId="2d3e13fe990a9554" providerId="LiveId" clId="{CE707E20-A795-48BB-A071-879AAD7048D2}" dt="2026-06-23T10:20:47.963" v="502" actId="26606"/>
          <ac:spMkLst>
            <pc:docMk/>
            <pc:sldMk cId="0" sldId="256"/>
            <ac:spMk id="97" creationId="{7A5F0580-5EE9-419F-96EE-B6529EF6E7D0}"/>
          </ac:spMkLst>
        </pc:spChg>
        <pc:spChg chg="add del">
          <ac:chgData name="23AK1A 3365" userId="2d3e13fe990a9554" providerId="LiveId" clId="{CE707E20-A795-48BB-A071-879AAD7048D2}" dt="2026-06-23T10:20:51.023" v="504" actId="26606"/>
          <ac:spMkLst>
            <pc:docMk/>
            <pc:sldMk cId="0" sldId="256"/>
            <ac:spMk id="99" creationId="{5964CBE2-084A-47DF-A704-CF5F6217B569}"/>
          </ac:spMkLst>
        </pc:spChg>
        <pc:spChg chg="add del">
          <ac:chgData name="23AK1A 3365" userId="2d3e13fe990a9554" providerId="LiveId" clId="{CE707E20-A795-48BB-A071-879AAD7048D2}" dt="2026-06-23T10:21:14.863" v="515" actId="26606"/>
          <ac:spMkLst>
            <pc:docMk/>
            <pc:sldMk cId="0" sldId="256"/>
            <ac:spMk id="106" creationId="{9B37791B-B040-4694-BFDC-8DD132D86E8E}"/>
          </ac:spMkLst>
        </pc:spChg>
        <pc:grpChg chg="add del">
          <ac:chgData name="23AK1A 3365" userId="2d3e13fe990a9554" providerId="LiveId" clId="{CE707E20-A795-48BB-A071-879AAD7048D2}" dt="2026-06-23T10:19:34.263" v="465" actId="26606"/>
          <ac:grpSpMkLst>
            <pc:docMk/>
            <pc:sldMk cId="0" sldId="256"/>
            <ac:grpSpMk id="10" creationId="{95A28492-272D-4814-AE2C-61575C989EA3}"/>
          </ac:grpSpMkLst>
        </pc:grpChg>
        <pc:grpChg chg="add del">
          <ac:chgData name="23AK1A 3365" userId="2d3e13fe990a9554" providerId="LiveId" clId="{CE707E20-A795-48BB-A071-879AAD7048D2}" dt="2026-06-23T10:19:41.939" v="469" actId="26606"/>
          <ac:grpSpMkLst>
            <pc:docMk/>
            <pc:sldMk cId="0" sldId="256"/>
            <ac:grpSpMk id="11" creationId="{A4AE1828-51FD-4AD7-BCF6-9AF5C696CE5D}"/>
          </ac:grpSpMkLst>
        </pc:grpChg>
        <pc:grpChg chg="add del">
          <ac:chgData name="23AK1A 3365" userId="2d3e13fe990a9554" providerId="LiveId" clId="{CE707E20-A795-48BB-A071-879AAD7048D2}" dt="2026-06-23T10:21:17.432" v="517" actId="26606"/>
          <ac:grpSpMkLst>
            <pc:docMk/>
            <pc:sldMk cId="0" sldId="256"/>
            <ac:grpSpMk id="23" creationId="{AC0B7807-0C83-4963-821A-69B172722E49}"/>
          </ac:grpSpMkLst>
        </pc:grpChg>
        <pc:grpChg chg="add del">
          <ac:chgData name="23AK1A 3365" userId="2d3e13fe990a9554" providerId="LiveId" clId="{CE707E20-A795-48BB-A071-879AAD7048D2}" dt="2026-06-23T10:19:55.273" v="475" actId="26606"/>
          <ac:grpSpMkLst>
            <pc:docMk/>
            <pc:sldMk cId="0" sldId="256"/>
            <ac:grpSpMk id="32" creationId="{A4AE1828-51FD-4AD7-BCF6-9AF5C696CE5D}"/>
          </ac:grpSpMkLst>
        </pc:grpChg>
        <pc:grpChg chg="add del">
          <ac:chgData name="23AK1A 3365" userId="2d3e13fe990a9554" providerId="LiveId" clId="{CE707E20-A795-48BB-A071-879AAD7048D2}" dt="2026-06-23T10:20:04.167" v="479" actId="26606"/>
          <ac:grpSpMkLst>
            <pc:docMk/>
            <pc:sldMk cId="0" sldId="256"/>
            <ac:grpSpMk id="43" creationId="{93DB8501-F9F2-4ACD-B56A-9019CD5006D6}"/>
          </ac:grpSpMkLst>
        </pc:grpChg>
        <pc:grpChg chg="add del">
          <ac:chgData name="23AK1A 3365" userId="2d3e13fe990a9554" providerId="LiveId" clId="{CE707E20-A795-48BB-A071-879AAD7048D2}" dt="2026-06-23T10:20:17.546" v="487" actId="26606"/>
          <ac:grpSpMkLst>
            <pc:docMk/>
            <pc:sldMk cId="0" sldId="256"/>
            <ac:grpSpMk id="57" creationId="{9523617D-D84A-4054-95AA-9F89131D5FBB}"/>
          </ac:grpSpMkLst>
        </pc:grpChg>
        <pc:grpChg chg="add del">
          <ac:chgData name="23AK1A 3365" userId="2d3e13fe990a9554" providerId="LiveId" clId="{CE707E20-A795-48BB-A071-879AAD7048D2}" dt="2026-06-23T10:20:28.033" v="490" actId="26606"/>
          <ac:grpSpMkLst>
            <pc:docMk/>
            <pc:sldMk cId="0" sldId="256"/>
            <ac:grpSpMk id="64" creationId="{4B2AE301-8298-47C2-81FA-781BA50D9933}"/>
          </ac:grpSpMkLst>
        </pc:grpChg>
        <pc:grpChg chg="add del">
          <ac:chgData name="23AK1A 3365" userId="2d3e13fe990a9554" providerId="LiveId" clId="{CE707E20-A795-48BB-A071-879AAD7048D2}" dt="2026-06-23T10:20:30.893" v="492" actId="26606"/>
          <ac:grpSpMkLst>
            <pc:docMk/>
            <pc:sldMk cId="0" sldId="256"/>
            <ac:grpSpMk id="72" creationId="{9523617D-D84A-4054-95AA-9F89131D5FBB}"/>
          </ac:grpSpMkLst>
        </pc:grpChg>
        <pc:grpChg chg="add del">
          <ac:chgData name="23AK1A 3365" userId="2d3e13fe990a9554" providerId="LiveId" clId="{CE707E20-A795-48BB-A071-879AAD7048D2}" dt="2026-06-23T10:20:33.719" v="494" actId="26606"/>
          <ac:grpSpMkLst>
            <pc:docMk/>
            <pc:sldMk cId="0" sldId="256"/>
            <ac:grpSpMk id="79" creationId="{A4AE1828-51FD-4AD7-BCF6-9AF5C696CE5D}"/>
          </ac:grpSpMkLst>
        </pc:grpChg>
        <pc:grpChg chg="add del">
          <ac:chgData name="23AK1A 3365" userId="2d3e13fe990a9554" providerId="LiveId" clId="{CE707E20-A795-48BB-A071-879AAD7048D2}" dt="2026-06-23T10:20:35.243" v="496" actId="26606"/>
          <ac:grpSpMkLst>
            <pc:docMk/>
            <pc:sldMk cId="0" sldId="256"/>
            <ac:grpSpMk id="83" creationId="{93DB8501-F9F2-4ACD-B56A-9019CD5006D6}"/>
          </ac:grpSpMkLst>
        </pc:grpChg>
        <pc:grpChg chg="add del">
          <ac:chgData name="23AK1A 3365" userId="2d3e13fe990a9554" providerId="LiveId" clId="{CE707E20-A795-48BB-A071-879AAD7048D2}" dt="2026-06-23T10:20:51.023" v="504" actId="26606"/>
          <ac:grpSpMkLst>
            <pc:docMk/>
            <pc:sldMk cId="0" sldId="256"/>
            <ac:grpSpMk id="100" creationId="{9523617D-D84A-4054-95AA-9F89131D5FBB}"/>
          </ac:grpSpMkLst>
        </pc:grpChg>
        <pc:grpChg chg="add del">
          <ac:chgData name="23AK1A 3365" userId="2d3e13fe990a9554" providerId="LiveId" clId="{CE707E20-A795-48BB-A071-879AAD7048D2}" dt="2026-06-23T10:21:14.863" v="515" actId="26606"/>
          <ac:grpSpMkLst>
            <pc:docMk/>
            <pc:sldMk cId="0" sldId="256"/>
            <ac:grpSpMk id="107" creationId="{4B2AE301-8298-47C2-81FA-781BA50D9933}"/>
          </ac:grpSpMkLst>
        </pc:grpChg>
        <pc:picChg chg="add del">
          <ac:chgData name="23AK1A 3365" userId="2d3e13fe990a9554" providerId="LiveId" clId="{CE707E20-A795-48BB-A071-879AAD7048D2}" dt="2026-06-23T10:19:39.035" v="467" actId="26606"/>
          <ac:picMkLst>
            <pc:docMk/>
            <pc:sldMk cId="0" sldId="256"/>
            <ac:picMk id="5" creationId="{02691DC2-CA5F-35B2-FFF3-423AAD6E8624}"/>
          </ac:picMkLst>
        </pc:picChg>
        <pc:picChg chg="add del">
          <ac:chgData name="23AK1A 3365" userId="2d3e13fe990a9554" providerId="LiveId" clId="{CE707E20-A795-48BB-A071-879AAD7048D2}" dt="2026-06-23T10:19:41.939" v="469" actId="26606"/>
          <ac:picMkLst>
            <pc:docMk/>
            <pc:sldMk cId="0" sldId="256"/>
            <ac:picMk id="19" creationId="{AA126616-5F9C-193B-45EA-28614192412E}"/>
          </ac:picMkLst>
        </pc:picChg>
        <pc:picChg chg="add del mod ord">
          <ac:chgData name="23AK1A 3365" userId="2d3e13fe990a9554" providerId="LiveId" clId="{CE707E20-A795-48BB-A071-879AAD7048D2}" dt="2026-06-23T10:21:17.432" v="517" actId="26606"/>
          <ac:picMkLst>
            <pc:docMk/>
            <pc:sldMk cId="0" sldId="256"/>
            <ac:picMk id="22" creationId="{93ABE090-9A06-4C33-18F3-BE39DB570B94}"/>
          </ac:picMkLst>
        </pc:picChg>
      </pc:sldChg>
      <pc:sldChg chg="modSp mod">
        <pc:chgData name="23AK1A 3365" userId="2d3e13fe990a9554" providerId="LiveId" clId="{CE707E20-A795-48BB-A071-879AAD7048D2}" dt="2026-06-23T10:22:02.458" v="519"/>
        <pc:sldMkLst>
          <pc:docMk/>
          <pc:sldMk cId="0" sldId="257"/>
        </pc:sldMkLst>
        <pc:spChg chg="mod">
          <ac:chgData name="23AK1A 3365" userId="2d3e13fe990a9554" providerId="LiveId" clId="{CE707E20-A795-48BB-A071-879AAD7048D2}" dt="2026-06-23T10:22:02.458" v="519"/>
          <ac:spMkLst>
            <pc:docMk/>
            <pc:sldMk cId="0" sldId="257"/>
            <ac:spMk id="2" creationId="{00000000-0000-0000-0000-000000000000}"/>
          </ac:spMkLst>
        </pc:spChg>
        <pc:spChg chg="mod">
          <ac:chgData name="23AK1A 3365" userId="2d3e13fe990a9554" providerId="LiveId" clId="{CE707E20-A795-48BB-A071-879AAD7048D2}" dt="2026-06-23T10:07:03.013" v="379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23AK1A 3365" userId="2d3e13fe990a9554" providerId="LiveId" clId="{CE707E20-A795-48BB-A071-879AAD7048D2}" dt="2026-06-23T10:22:02.458" v="519"/>
        <pc:sldMkLst>
          <pc:docMk/>
          <pc:sldMk cId="0" sldId="258"/>
        </pc:sldMkLst>
        <pc:spChg chg="mod">
          <ac:chgData name="23AK1A 3365" userId="2d3e13fe990a9554" providerId="LiveId" clId="{CE707E20-A795-48BB-A071-879AAD7048D2}" dt="2026-06-23T10:22:02.458" v="519"/>
          <ac:spMkLst>
            <pc:docMk/>
            <pc:sldMk cId="0" sldId="258"/>
            <ac:spMk id="2" creationId="{00000000-0000-0000-0000-000000000000}"/>
          </ac:spMkLst>
        </pc:spChg>
        <pc:spChg chg="mod">
          <ac:chgData name="23AK1A 3365" userId="2d3e13fe990a9554" providerId="LiveId" clId="{CE707E20-A795-48BB-A071-879AAD7048D2}" dt="2026-06-23T10:07:34.012" v="384" actId="120"/>
          <ac:spMkLst>
            <pc:docMk/>
            <pc:sldMk cId="0" sldId="258"/>
            <ac:spMk id="3" creationId="{00000000-0000-0000-0000-000000000000}"/>
          </ac:spMkLst>
        </pc:spChg>
      </pc:sldChg>
      <pc:sldChg chg="addSp delSp modSp mod setBg delDesignElem">
        <pc:chgData name="23AK1A 3365" userId="2d3e13fe990a9554" providerId="LiveId" clId="{CE707E20-A795-48BB-A071-879AAD7048D2}" dt="2026-06-23T10:22:02.628" v="521" actId="27636"/>
        <pc:sldMkLst>
          <pc:docMk/>
          <pc:sldMk cId="0" sldId="259"/>
        </pc:sldMkLst>
        <pc:spChg chg="mod">
          <ac:chgData name="23AK1A 3365" userId="2d3e13fe990a9554" providerId="LiveId" clId="{CE707E20-A795-48BB-A071-879AAD7048D2}" dt="2026-06-23T10:22:02.628" v="520" actId="27636"/>
          <ac:spMkLst>
            <pc:docMk/>
            <pc:sldMk cId="0" sldId="259"/>
            <ac:spMk id="2" creationId="{00000000-0000-0000-0000-000000000000}"/>
          </ac:spMkLst>
        </pc:spChg>
        <pc:spChg chg="mod ord">
          <ac:chgData name="23AK1A 3365" userId="2d3e13fe990a9554" providerId="LiveId" clId="{CE707E20-A795-48BB-A071-879AAD7048D2}" dt="2026-06-23T10:22:02.628" v="521" actId="27636"/>
          <ac:spMkLst>
            <pc:docMk/>
            <pc:sldMk cId="0" sldId="259"/>
            <ac:spMk id="3" creationId="{00000000-0000-0000-0000-000000000000}"/>
          </ac:spMkLst>
        </pc:spChg>
        <pc:spChg chg="add del">
          <ac:chgData name="23AK1A 3365" userId="2d3e13fe990a9554" providerId="LiveId" clId="{CE707E20-A795-48BB-A071-879AAD7048D2}" dt="2026-06-23T10:11:13.258" v="412" actId="26606"/>
          <ac:spMkLst>
            <pc:docMk/>
            <pc:sldMk cId="0" sldId="259"/>
            <ac:spMk id="7" creationId="{058A14AF-9FB5-4CC7-BA35-E8E85D3EDF0E}"/>
          </ac:spMkLst>
        </pc:spChg>
        <pc:spChg chg="add del">
          <ac:chgData name="23AK1A 3365" userId="2d3e13fe990a9554" providerId="LiveId" clId="{CE707E20-A795-48BB-A071-879AAD7048D2}" dt="2026-06-23T10:11:13.258" v="412" actId="26606"/>
          <ac:spMkLst>
            <pc:docMk/>
            <pc:sldMk cId="0" sldId="259"/>
            <ac:spMk id="8" creationId="{E659831F-0D9A-4C63-9EBB-8435B85A440F}"/>
          </ac:spMkLst>
        </pc:spChg>
        <pc:spChg chg="add del">
          <ac:chgData name="23AK1A 3365" userId="2d3e13fe990a9554" providerId="LiveId" clId="{CE707E20-A795-48BB-A071-879AAD7048D2}" dt="2026-06-23T10:11:13.258" v="412" actId="26606"/>
          <ac:spMkLst>
            <pc:docMk/>
            <pc:sldMk cId="0" sldId="259"/>
            <ac:spMk id="12" creationId="{3A9A4357-BD1D-4622-A4FE-766E6AB8DE84}"/>
          </ac:spMkLst>
        </pc:spChg>
        <pc:spChg chg="add del">
          <ac:chgData name="23AK1A 3365" userId="2d3e13fe990a9554" providerId="LiveId" clId="{CE707E20-A795-48BB-A071-879AAD7048D2}" dt="2026-06-23T10:11:33.925" v="420" actId="26606"/>
          <ac:spMkLst>
            <pc:docMk/>
            <pc:sldMk cId="0" sldId="259"/>
            <ac:spMk id="15" creationId="{7FF47CB7-972F-479F-A36D-9E72D26EC8DA}"/>
          </ac:spMkLst>
        </pc:spChg>
        <pc:spChg chg="add del">
          <ac:chgData name="23AK1A 3365" userId="2d3e13fe990a9554" providerId="LiveId" clId="{CE707E20-A795-48BB-A071-879AAD7048D2}" dt="2026-06-23T10:11:13.258" v="412" actId="26606"/>
          <ac:spMkLst>
            <pc:docMk/>
            <pc:sldMk cId="0" sldId="259"/>
            <ac:spMk id="16" creationId="{E6995CE5-F890-4ABA-82A2-26507CE8D2A3}"/>
          </ac:spMkLst>
        </pc:spChg>
        <pc:spChg chg="add del">
          <ac:chgData name="23AK1A 3365" userId="2d3e13fe990a9554" providerId="LiveId" clId="{CE707E20-A795-48BB-A071-879AAD7048D2}" dt="2026-06-23T10:11:33.925" v="420" actId="26606"/>
          <ac:spMkLst>
            <pc:docMk/>
            <pc:sldMk cId="0" sldId="259"/>
            <ac:spMk id="17" creationId="{0D153B68-5844-490D-8E67-F616D6D721CA}"/>
          </ac:spMkLst>
        </pc:spChg>
        <pc:spChg chg="add del">
          <ac:chgData name="23AK1A 3365" userId="2d3e13fe990a9554" providerId="LiveId" clId="{CE707E20-A795-48BB-A071-879AAD7048D2}" dt="2026-06-23T10:11:33.925" v="420" actId="26606"/>
          <ac:spMkLst>
            <pc:docMk/>
            <pc:sldMk cId="0" sldId="259"/>
            <ac:spMk id="18" creationId="{9A0D773F-7A7D-4DBB-9DEA-86BB8B8F4BC8}"/>
          </ac:spMkLst>
        </pc:spChg>
        <pc:spChg chg="add del">
          <ac:chgData name="23AK1A 3365" userId="2d3e13fe990a9554" providerId="LiveId" clId="{CE707E20-A795-48BB-A071-879AAD7048D2}" dt="2026-06-23T10:11:17.484" v="414" actId="26606"/>
          <ac:spMkLst>
            <pc:docMk/>
            <pc:sldMk cId="0" sldId="259"/>
            <ac:spMk id="19" creationId="{D1942232-83D0-49E2-AF9B-1F97E3C1EF8E}"/>
          </ac:spMkLst>
        </pc:spChg>
        <pc:spChg chg="add del">
          <ac:chgData name="23AK1A 3365" userId="2d3e13fe990a9554" providerId="LiveId" clId="{CE707E20-A795-48BB-A071-879AAD7048D2}" dt="2026-06-23T10:11:50.935" v="426" actId="26606"/>
          <ac:spMkLst>
            <pc:docMk/>
            <pc:sldMk cId="0" sldId="259"/>
            <ac:spMk id="21" creationId="{058A14AF-9FB5-4CC7-BA35-E8E85D3EDF0E}"/>
          </ac:spMkLst>
        </pc:spChg>
        <pc:spChg chg="add del">
          <ac:chgData name="23AK1A 3365" userId="2d3e13fe990a9554" providerId="LiveId" clId="{CE707E20-A795-48BB-A071-879AAD7048D2}" dt="2026-06-23T10:11:50.935" v="426" actId="26606"/>
          <ac:spMkLst>
            <pc:docMk/>
            <pc:sldMk cId="0" sldId="259"/>
            <ac:spMk id="22" creationId="{3A9A4357-BD1D-4622-A4FE-766E6AB8DE84}"/>
          </ac:spMkLst>
        </pc:spChg>
        <pc:spChg chg="add del">
          <ac:chgData name="23AK1A 3365" userId="2d3e13fe990a9554" providerId="LiveId" clId="{CE707E20-A795-48BB-A071-879AAD7048D2}" dt="2026-06-23T10:11:50.935" v="426" actId="26606"/>
          <ac:spMkLst>
            <pc:docMk/>
            <pc:sldMk cId="0" sldId="259"/>
            <ac:spMk id="23" creationId="{E659831F-0D9A-4C63-9EBB-8435B85A440F}"/>
          </ac:spMkLst>
        </pc:spChg>
        <pc:spChg chg="add del">
          <ac:chgData name="23AK1A 3365" userId="2d3e13fe990a9554" providerId="LiveId" clId="{CE707E20-A795-48BB-A071-879AAD7048D2}" dt="2026-06-23T10:11:50.935" v="426" actId="26606"/>
          <ac:spMkLst>
            <pc:docMk/>
            <pc:sldMk cId="0" sldId="259"/>
            <ac:spMk id="24" creationId="{E6995CE5-F890-4ABA-82A2-26507CE8D2A3}"/>
          </ac:spMkLst>
        </pc:spChg>
        <pc:spChg chg="add del">
          <ac:chgData name="23AK1A 3365" userId="2d3e13fe990a9554" providerId="LiveId" clId="{CE707E20-A795-48BB-A071-879AAD7048D2}" dt="2026-06-23T10:11:17.484" v="414" actId="26606"/>
          <ac:spMkLst>
            <pc:docMk/>
            <pc:sldMk cId="0" sldId="259"/>
            <ac:spMk id="25" creationId="{E9E70D72-6E23-4015-A4A6-85C120C19167}"/>
          </ac:spMkLst>
        </pc:spChg>
        <pc:spChg chg="add del">
          <ac:chgData name="23AK1A 3365" userId="2d3e13fe990a9554" providerId="LiveId" clId="{CE707E20-A795-48BB-A071-879AAD7048D2}" dt="2026-06-23T10:22:02.458" v="519"/>
          <ac:spMkLst>
            <pc:docMk/>
            <pc:sldMk cId="0" sldId="259"/>
            <ac:spMk id="33" creationId="{73AD41DB-DF9F-49BC-85AE-6AB1840AD517}"/>
          </ac:spMkLst>
        </pc:spChg>
        <pc:grpChg chg="add del">
          <ac:chgData name="23AK1A 3365" userId="2d3e13fe990a9554" providerId="LiveId" clId="{CE707E20-A795-48BB-A071-879AAD7048D2}" dt="2026-06-23T10:11:32.267" v="418" actId="26606"/>
          <ac:grpSpMkLst>
            <pc:docMk/>
            <pc:sldMk cId="0" sldId="259"/>
            <ac:grpSpMk id="9" creationId="{F2221BB3-7B5D-C899-7745-66D7AC3232A7}"/>
          </ac:grpSpMkLst>
        </pc:grpChg>
        <pc:grpChg chg="add del">
          <ac:chgData name="23AK1A 3365" userId="2d3e13fe990a9554" providerId="LiveId" clId="{CE707E20-A795-48BB-A071-879AAD7048D2}" dt="2026-06-23T10:10:57.183" v="406" actId="26606"/>
          <ac:grpSpMkLst>
            <pc:docMk/>
            <pc:sldMk cId="0" sldId="259"/>
            <ac:grpSpMk id="10" creationId="{F2221BB3-7B5D-C899-7745-66D7AC3232A7}"/>
          </ac:grpSpMkLst>
        </pc:grpChg>
        <pc:grpChg chg="add del">
          <ac:chgData name="23AK1A 3365" userId="2d3e13fe990a9554" providerId="LiveId" clId="{CE707E20-A795-48BB-A071-879AAD7048D2}" dt="2026-06-23T10:11:17.484" v="414" actId="26606"/>
          <ac:grpSpMkLst>
            <pc:docMk/>
            <pc:sldMk cId="0" sldId="259"/>
            <ac:grpSpMk id="20" creationId="{C78D9229-E61D-4FEE-8321-2F8B64A8CADF}"/>
          </ac:grpSpMkLst>
        </pc:grpChg>
        <pc:grpChg chg="add del">
          <ac:chgData name="23AK1A 3365" userId="2d3e13fe990a9554" providerId="LiveId" clId="{CE707E20-A795-48BB-A071-879AAD7048D2}" dt="2026-06-23T10:11:17.484" v="414" actId="26606"/>
          <ac:grpSpMkLst>
            <pc:docMk/>
            <pc:sldMk cId="0" sldId="259"/>
            <ac:grpSpMk id="26" creationId="{C28A977F-B603-4D81-B0FC-C8DE048A7931}"/>
          </ac:grpSpMkLst>
        </pc:grpChg>
        <pc:grpChg chg="add del">
          <ac:chgData name="23AK1A 3365" userId="2d3e13fe990a9554" providerId="LiveId" clId="{CE707E20-A795-48BB-A071-879AAD7048D2}" dt="2026-06-23T10:22:02.458" v="519"/>
          <ac:grpSpMkLst>
            <pc:docMk/>
            <pc:sldMk cId="0" sldId="259"/>
            <ac:grpSpMk id="35" creationId="{A4AE1828-51FD-4AD7-BCF6-9AF5C696CE5D}"/>
          </ac:grpSpMkLst>
        </pc:grpChg>
        <pc:picChg chg="add del mod">
          <ac:chgData name="23AK1A 3365" userId="2d3e13fe990a9554" providerId="LiveId" clId="{CE707E20-A795-48BB-A071-879AAD7048D2}" dt="2026-06-23T10:12:04.685" v="427" actId="478"/>
          <ac:picMkLst>
            <pc:docMk/>
            <pc:sldMk cId="0" sldId="259"/>
            <ac:picMk id="5" creationId="{2DE8316D-0FB6-9A9F-7867-C81BB6C37835}"/>
          </ac:picMkLst>
        </pc:picChg>
        <pc:picChg chg="add mod">
          <ac:chgData name="23AK1A 3365" userId="2d3e13fe990a9554" providerId="LiveId" clId="{CE707E20-A795-48BB-A071-879AAD7048D2}" dt="2026-06-23T10:15:54.933" v="458" actId="26606"/>
          <ac:picMkLst>
            <pc:docMk/>
            <pc:sldMk cId="0" sldId="259"/>
            <ac:picMk id="28" creationId="{A7551E52-8050-849B-6DE7-73D2F4B5DEC6}"/>
          </ac:picMkLst>
        </pc:picChg>
        <pc:cxnChg chg="add del">
          <ac:chgData name="23AK1A 3365" userId="2d3e13fe990a9554" providerId="LiveId" clId="{CE707E20-A795-48BB-A071-879AAD7048D2}" dt="2026-06-23T10:10:59.491" v="408" actId="26606"/>
          <ac:cxnSpMkLst>
            <pc:docMk/>
            <pc:sldMk cId="0" sldId="259"/>
            <ac:cxnSpMk id="14" creationId="{37C77032-C865-6057-7D7A-E2743CFA20F9}"/>
          </ac:cxnSpMkLst>
        </pc:cxnChg>
      </pc:sldChg>
      <pc:sldChg chg="modSp mod">
        <pc:chgData name="23AK1A 3365" userId="2d3e13fe990a9554" providerId="LiveId" clId="{CE707E20-A795-48BB-A071-879AAD7048D2}" dt="2026-06-23T10:22:02.458" v="519"/>
        <pc:sldMkLst>
          <pc:docMk/>
          <pc:sldMk cId="0" sldId="260"/>
        </pc:sldMkLst>
        <pc:spChg chg="mod">
          <ac:chgData name="23AK1A 3365" userId="2d3e13fe990a9554" providerId="LiveId" clId="{CE707E20-A795-48BB-A071-879AAD7048D2}" dt="2026-06-23T10:22:02.458" v="519"/>
          <ac:spMkLst>
            <pc:docMk/>
            <pc:sldMk cId="0" sldId="260"/>
            <ac:spMk id="2" creationId="{00000000-0000-0000-0000-000000000000}"/>
          </ac:spMkLst>
        </pc:spChg>
        <pc:spChg chg="mod">
          <ac:chgData name="23AK1A 3365" userId="2d3e13fe990a9554" providerId="LiveId" clId="{CE707E20-A795-48BB-A071-879AAD7048D2}" dt="2026-06-23T10:09:06.313" v="400" actId="14100"/>
          <ac:spMkLst>
            <pc:docMk/>
            <pc:sldMk cId="0" sldId="260"/>
            <ac:spMk id="3" creationId="{00000000-0000-0000-0000-000000000000}"/>
          </ac:spMkLst>
        </pc:spChg>
      </pc:sldChg>
      <pc:sldChg chg="addSp delSp modSp new del mod setBg">
        <pc:chgData name="23AK1A 3365" userId="2d3e13fe990a9554" providerId="LiveId" clId="{CE707E20-A795-48BB-A071-879AAD7048D2}" dt="2026-06-23T10:15:17.440" v="456" actId="47"/>
        <pc:sldMkLst>
          <pc:docMk/>
          <pc:sldMk cId="1549889390" sldId="261"/>
        </pc:sldMkLst>
        <pc:spChg chg="del mod">
          <ac:chgData name="23AK1A 3365" userId="2d3e13fe990a9554" providerId="LiveId" clId="{CE707E20-A795-48BB-A071-879AAD7048D2}" dt="2026-06-23T10:14:21.692" v="450" actId="21"/>
          <ac:spMkLst>
            <pc:docMk/>
            <pc:sldMk cId="1549889390" sldId="261"/>
            <ac:spMk id="2" creationId="{73207337-C6C0-E846-EDBB-C39697B8B7BB}"/>
          </ac:spMkLst>
        </pc:spChg>
        <pc:spChg chg="del mod ord">
          <ac:chgData name="23AK1A 3365" userId="2d3e13fe990a9554" providerId="LiveId" clId="{CE707E20-A795-48BB-A071-879AAD7048D2}" dt="2026-06-23T10:14:13.333" v="449" actId="21"/>
          <ac:spMkLst>
            <pc:docMk/>
            <pc:sldMk cId="1549889390" sldId="261"/>
            <ac:spMk id="3" creationId="{0398F5DE-FF36-B034-B117-6F54447B0892}"/>
          </ac:spMkLst>
        </pc:spChg>
        <pc:spChg chg="add del">
          <ac:chgData name="23AK1A 3365" userId="2d3e13fe990a9554" providerId="LiveId" clId="{CE707E20-A795-48BB-A071-879AAD7048D2}" dt="2026-06-23T10:12:47.789" v="431" actId="26606"/>
          <ac:spMkLst>
            <pc:docMk/>
            <pc:sldMk cId="1549889390" sldId="261"/>
            <ac:spMk id="10" creationId="{870A1295-61BC-4214-AA3E-D396673024D0}"/>
          </ac:spMkLst>
        </pc:spChg>
        <pc:spChg chg="add del">
          <ac:chgData name="23AK1A 3365" userId="2d3e13fe990a9554" providerId="LiveId" clId="{CE707E20-A795-48BB-A071-879AAD7048D2}" dt="2026-06-23T10:12:55.116" v="435" actId="26606"/>
          <ac:spMkLst>
            <pc:docMk/>
            <pc:sldMk cId="1549889390" sldId="261"/>
            <ac:spMk id="14" creationId="{6D658554-4CC1-4559-9C7C-D3377794A39C}"/>
          </ac:spMkLst>
        </pc:spChg>
        <pc:spChg chg="add del">
          <ac:chgData name="23AK1A 3365" userId="2d3e13fe990a9554" providerId="LiveId" clId="{CE707E20-A795-48BB-A071-879AAD7048D2}" dt="2026-06-23T10:12:55.116" v="435" actId="26606"/>
          <ac:spMkLst>
            <pc:docMk/>
            <pc:sldMk cId="1549889390" sldId="261"/>
            <ac:spMk id="16" creationId="{1D443019-571F-4479-AFDB-8DBAEC50576F}"/>
          </ac:spMkLst>
        </pc:spChg>
        <pc:spChg chg="add del">
          <ac:chgData name="23AK1A 3365" userId="2d3e13fe990a9554" providerId="LiveId" clId="{CE707E20-A795-48BB-A071-879AAD7048D2}" dt="2026-06-23T10:12:50.615" v="433" actId="26606"/>
          <ac:spMkLst>
            <pc:docMk/>
            <pc:sldMk cId="1549889390" sldId="261"/>
            <ac:spMk id="18" creationId="{7B1AB9FE-36F5-4FD1-9850-DB5C5AD4828F}"/>
          </ac:spMkLst>
        </pc:spChg>
        <pc:spChg chg="add del">
          <ac:chgData name="23AK1A 3365" userId="2d3e13fe990a9554" providerId="LiveId" clId="{CE707E20-A795-48BB-A071-879AAD7048D2}" dt="2026-06-23T10:12:50.615" v="433" actId="26606"/>
          <ac:spMkLst>
            <pc:docMk/>
            <pc:sldMk cId="1549889390" sldId="261"/>
            <ac:spMk id="19" creationId="{F489C2E0-4895-4B72-85EA-7EE9FAFFDC7E}"/>
          </ac:spMkLst>
        </pc:spChg>
        <pc:spChg chg="add del">
          <ac:chgData name="23AK1A 3365" userId="2d3e13fe990a9554" providerId="LiveId" clId="{CE707E20-A795-48BB-A071-879AAD7048D2}" dt="2026-06-23T10:12:55.116" v="435" actId="26606"/>
          <ac:spMkLst>
            <pc:docMk/>
            <pc:sldMk cId="1549889390" sldId="261"/>
            <ac:spMk id="21" creationId="{73C994B4-9721-4148-9EEC-6793CECDE8DD}"/>
          </ac:spMkLst>
        </pc:spChg>
        <pc:spChg chg="add del">
          <ac:chgData name="23AK1A 3365" userId="2d3e13fe990a9554" providerId="LiveId" clId="{CE707E20-A795-48BB-A071-879AAD7048D2}" dt="2026-06-23T10:12:55.116" v="435" actId="26606"/>
          <ac:spMkLst>
            <pc:docMk/>
            <pc:sldMk cId="1549889390" sldId="261"/>
            <ac:spMk id="22" creationId="{F9D95E49-763A-4886-B038-82F734740554}"/>
          </ac:spMkLst>
        </pc:spChg>
        <pc:spChg chg="add del">
          <ac:chgData name="23AK1A 3365" userId="2d3e13fe990a9554" providerId="LiveId" clId="{CE707E20-A795-48BB-A071-879AAD7048D2}" dt="2026-06-23T10:12:57.446" v="437" actId="26606"/>
          <ac:spMkLst>
            <pc:docMk/>
            <pc:sldMk cId="1549889390" sldId="261"/>
            <ac:spMk id="25" creationId="{A0A2B7F3-65A0-4CC5-8310-3252C59E025D}"/>
          </ac:spMkLst>
        </pc:spChg>
        <pc:spChg chg="add del">
          <ac:chgData name="23AK1A 3365" userId="2d3e13fe990a9554" providerId="LiveId" clId="{CE707E20-A795-48BB-A071-879AAD7048D2}" dt="2026-06-23T10:13:02.658" v="441" actId="26606"/>
          <ac:spMkLst>
            <pc:docMk/>
            <pc:sldMk cId="1549889390" sldId="261"/>
            <ac:spMk id="30" creationId="{7B1AB9FE-36F5-4FD1-9850-DB5C5AD4828F}"/>
          </ac:spMkLst>
        </pc:spChg>
        <pc:spChg chg="add del">
          <ac:chgData name="23AK1A 3365" userId="2d3e13fe990a9554" providerId="LiveId" clId="{CE707E20-A795-48BB-A071-879AAD7048D2}" dt="2026-06-23T10:13:02.658" v="441" actId="26606"/>
          <ac:spMkLst>
            <pc:docMk/>
            <pc:sldMk cId="1549889390" sldId="261"/>
            <ac:spMk id="31" creationId="{F489C2E0-4895-4B72-85EA-7EE9FAFFDC7E}"/>
          </ac:spMkLst>
        </pc:spChg>
        <pc:spChg chg="add del">
          <ac:chgData name="23AK1A 3365" userId="2d3e13fe990a9554" providerId="LiveId" clId="{CE707E20-A795-48BB-A071-879AAD7048D2}" dt="2026-06-23T10:13:42.661" v="445" actId="26606"/>
          <ac:spMkLst>
            <pc:docMk/>
            <pc:sldMk cId="1549889390" sldId="261"/>
            <ac:spMk id="38" creationId="{0E91F5CA-B392-444C-88E3-BF5BAAEBDEB0}"/>
          </ac:spMkLst>
        </pc:spChg>
        <pc:spChg chg="add del">
          <ac:chgData name="23AK1A 3365" userId="2d3e13fe990a9554" providerId="LiveId" clId="{CE707E20-A795-48BB-A071-879AAD7048D2}" dt="2026-06-23T10:13:42.661" v="445" actId="26606"/>
          <ac:spMkLst>
            <pc:docMk/>
            <pc:sldMk cId="1549889390" sldId="261"/>
            <ac:spMk id="40" creationId="{0459807F-B6FA-44D3-9A53-C55B6B56884A}"/>
          </ac:spMkLst>
        </pc:spChg>
        <pc:grpChg chg="add del">
          <ac:chgData name="23AK1A 3365" userId="2d3e13fe990a9554" providerId="LiveId" clId="{CE707E20-A795-48BB-A071-879AAD7048D2}" dt="2026-06-23T10:12:47.789" v="431" actId="26606"/>
          <ac:grpSpMkLst>
            <pc:docMk/>
            <pc:sldMk cId="1549889390" sldId="261"/>
            <ac:grpSpMk id="12" creationId="{0B139475-2B26-4CA9-9413-DE741E49F7BB}"/>
          </ac:grpSpMkLst>
        </pc:grpChg>
        <pc:grpChg chg="add del">
          <ac:chgData name="23AK1A 3365" userId="2d3e13fe990a9554" providerId="LiveId" clId="{CE707E20-A795-48BB-A071-879AAD7048D2}" dt="2026-06-23T10:13:00.413" v="439" actId="26606"/>
          <ac:grpSpMkLst>
            <pc:docMk/>
            <pc:sldMk cId="1549889390" sldId="261"/>
            <ac:grpSpMk id="27" creationId="{0E76F6F3-F5F0-B26D-1B63-73AD0299B731}"/>
          </ac:grpSpMkLst>
        </pc:grpChg>
        <pc:grpChg chg="add">
          <ac:chgData name="23AK1A 3365" userId="2d3e13fe990a9554" providerId="LiveId" clId="{CE707E20-A795-48BB-A071-879AAD7048D2}" dt="2026-06-23T10:13:42.678" v="446" actId="26606"/>
          <ac:grpSpMkLst>
            <pc:docMk/>
            <pc:sldMk cId="1549889390" sldId="261"/>
            <ac:grpSpMk id="42" creationId="{FB7FB62D-DD5B-C587-F53F-679128D41B8A}"/>
          </ac:grpSpMkLst>
        </pc:grpChg>
        <pc:picChg chg="add del mod ord">
          <ac:chgData name="23AK1A 3365" userId="2d3e13fe990a9554" providerId="LiveId" clId="{CE707E20-A795-48BB-A071-879AAD7048D2}" dt="2026-06-23T10:15:08.324" v="455" actId="478"/>
          <ac:picMkLst>
            <pc:docMk/>
            <pc:sldMk cId="1549889390" sldId="261"/>
            <ac:picMk id="5" creationId="{B557CF93-44F3-3DA1-7856-6F13369D19CC}"/>
          </ac:picMkLst>
        </pc:picChg>
        <pc:cxnChg chg="add del">
          <ac:chgData name="23AK1A 3365" userId="2d3e13fe990a9554" providerId="LiveId" clId="{CE707E20-A795-48BB-A071-879AAD7048D2}" dt="2026-06-23T10:12:55.116" v="435" actId="26606"/>
          <ac:cxnSpMkLst>
            <pc:docMk/>
            <pc:sldMk cId="1549889390" sldId="261"/>
            <ac:cxnSpMk id="20" creationId="{EE9C6408-AA0E-411D-A5D2-E5F13306F898}"/>
          </ac:cxnSpMkLst>
        </pc:cxnChg>
        <pc:cxnChg chg="add del">
          <ac:chgData name="23AK1A 3365" userId="2d3e13fe990a9554" providerId="LiveId" clId="{CE707E20-A795-48BB-A071-879AAD7048D2}" dt="2026-06-23T10:12:55.116" v="435" actId="26606"/>
          <ac:cxnSpMkLst>
            <pc:docMk/>
            <pc:sldMk cId="1549889390" sldId="261"/>
            <ac:cxnSpMk id="23" creationId="{3EFADC67-92A1-44FB-8691-D8CD71A21EFA}"/>
          </ac:cxnSpMkLst>
        </pc:cxnChg>
        <pc:cxnChg chg="add del">
          <ac:chgData name="23AK1A 3365" userId="2d3e13fe990a9554" providerId="LiveId" clId="{CE707E20-A795-48BB-A071-879AAD7048D2}" dt="2026-06-23T10:13:42.678" v="446" actId="26606"/>
          <ac:cxnSpMkLst>
            <pc:docMk/>
            <pc:sldMk cId="1549889390" sldId="261"/>
            <ac:cxnSpMk id="33" creationId="{7667AA61-5C27-F30F-D229-06CBE5709F3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6/25/2026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423" r:id="rId1"/>
    <p:sldLayoutId id="2147484424" r:id="rId2"/>
    <p:sldLayoutId id="2147484425" r:id="rId3"/>
    <p:sldLayoutId id="2147484426" r:id="rId4"/>
    <p:sldLayoutId id="2147484427" r:id="rId5"/>
    <p:sldLayoutId id="2147484428" r:id="rId6"/>
    <p:sldLayoutId id="2147484429" r:id="rId7"/>
    <p:sldLayoutId id="2147484430" r:id="rId8"/>
    <p:sldLayoutId id="2147484431" r:id="rId9"/>
    <p:sldLayoutId id="2147484432" r:id="rId10"/>
    <p:sldLayoutId id="214748443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97309" y="2613334"/>
            <a:ext cx="6979920" cy="3251526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		</a:t>
            </a:r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CRT Mini Project</a:t>
            </a:r>
          </a:p>
          <a:p>
            <a:pPr algn="l"/>
            <a:endParaRPr lang="en-US" dirty="0"/>
          </a:p>
          <a:p>
            <a:pPr algn="l"/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Student Name : </a:t>
            </a:r>
            <a:r>
              <a:rPr lang="en-US" dirty="0" smtClean="0">
                <a:solidFill>
                  <a:schemeClr val="tx1"/>
                </a:solidFill>
                <a:latin typeface="Algerian" pitchFamily="82" charset="0"/>
                <a:cs typeface="Calibri" pitchFamily="34" charset="0"/>
              </a:rPr>
              <a:t>V. </a:t>
            </a:r>
            <a:r>
              <a:rPr lang="en-US" dirty="0" err="1" smtClean="0">
                <a:solidFill>
                  <a:schemeClr val="tx1"/>
                </a:solidFill>
                <a:latin typeface="Algerian" pitchFamily="82" charset="0"/>
                <a:cs typeface="Calibri" pitchFamily="34" charset="0"/>
              </a:rPr>
              <a:t>Kundan</a:t>
            </a:r>
            <a:r>
              <a:rPr lang="en-US" dirty="0" smtClean="0">
                <a:solidFill>
                  <a:schemeClr val="tx1"/>
                </a:solidFill>
                <a:latin typeface="Algerian" pitchFamily="82" charset="0"/>
                <a:cs typeface="Calibri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lgerian" pitchFamily="82" charset="0"/>
                <a:cs typeface="Calibri" pitchFamily="34" charset="0"/>
              </a:rPr>
              <a:t>Saketh</a:t>
            </a:r>
            <a:r>
              <a:rPr lang="en-US" dirty="0" smtClean="0">
                <a:solidFill>
                  <a:schemeClr val="tx1"/>
                </a:solidFill>
                <a:latin typeface="Algerian" pitchFamily="82" charset="0"/>
                <a:cs typeface="Calibri" pitchFamily="34" charset="0"/>
              </a:rPr>
              <a:t> </a:t>
            </a:r>
            <a:r>
              <a:rPr lang="en-US" dirty="0" err="1" smtClean="0">
                <a:solidFill>
                  <a:schemeClr val="tx1"/>
                </a:solidFill>
                <a:latin typeface="Algerian" pitchFamily="82" charset="0"/>
                <a:cs typeface="Calibri" pitchFamily="34" charset="0"/>
              </a:rPr>
              <a:t>krishna</a:t>
            </a:r>
            <a:endParaRPr lang="en-US" dirty="0">
              <a:solidFill>
                <a:schemeClr val="tx1"/>
              </a:solidFill>
              <a:latin typeface="Algerian" pitchFamily="82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Roll No.         </a:t>
            </a:r>
            <a:r>
              <a:rPr lang="en-US" dirty="0" smtClean="0">
                <a:solidFill>
                  <a:schemeClr val="tx1"/>
                </a:solidFill>
                <a:latin typeface="Algerian" pitchFamily="82" charset="0"/>
              </a:rPr>
              <a:t>: 23AK1A3375</a:t>
            </a:r>
            <a:endParaRPr lang="en-US" dirty="0">
              <a:solidFill>
                <a:schemeClr val="tx1"/>
              </a:solidFill>
              <a:latin typeface="Algerian" pitchFamily="82" charset="0"/>
            </a:endParaRPr>
          </a:p>
          <a:p>
            <a:pPr algn="l"/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Branch </a:t>
            </a:r>
            <a:r>
              <a:rPr lang="en-US" dirty="0">
                <a:latin typeface="Algerian" pitchFamily="82" charset="0"/>
              </a:rPr>
              <a:t>          </a:t>
            </a:r>
            <a:r>
              <a:rPr lang="en-US" dirty="0" smtClean="0">
                <a:solidFill>
                  <a:schemeClr val="tx1"/>
                </a:solidFill>
                <a:latin typeface="Algerian" pitchFamily="82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AIML</a:t>
            </a:r>
          </a:p>
          <a:p>
            <a:pPr algn="l"/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College Name </a:t>
            </a:r>
            <a:r>
              <a:rPr lang="en-US" dirty="0" smtClean="0">
                <a:solidFill>
                  <a:schemeClr val="tx1"/>
                </a:solidFill>
                <a:latin typeface="Algerian" pitchFamily="82" charset="0"/>
              </a:rPr>
              <a:t>: </a:t>
            </a:r>
            <a:r>
              <a:rPr lang="en-US" dirty="0">
                <a:solidFill>
                  <a:schemeClr val="tx1"/>
                </a:solidFill>
                <a:latin typeface="Algerian" pitchFamily="82" charset="0"/>
              </a:rPr>
              <a:t>Annamacharya Institute Of Technology and Sciences, Tirupati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7309" y="114812"/>
            <a:ext cx="7772400" cy="1470025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Algerian" pitchFamily="82" charset="0"/>
              </a:rPr>
              <a:t>Content-Based AI Movie Recommendation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u="sng" dirty="0">
                <a:solidFill>
                  <a:srgbClr val="002060"/>
                </a:solidFill>
                <a:latin typeface="Algerian" pitchFamily="82" charset="0"/>
              </a:rP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23768"/>
            <a:ext cx="8229600" cy="4002395"/>
          </a:xfrm>
        </p:spPr>
        <p:txBody>
          <a:bodyPr/>
          <a:lstStyle/>
          <a:p>
            <a:r>
              <a:rPr dirty="0">
                <a:latin typeface="Algerian" pitchFamily="82" charset="0"/>
              </a:rPr>
              <a:t>Users face difficulty discovering relevant movies from large collections. </a:t>
            </a:r>
            <a:endParaRPr lang="en-US" dirty="0">
              <a:latin typeface="Algerian" pitchFamily="82" charset="0"/>
            </a:endParaRPr>
          </a:p>
          <a:p>
            <a:r>
              <a:rPr dirty="0">
                <a:latin typeface="Algerian" pitchFamily="82" charset="0"/>
              </a:rPr>
              <a:t>The system recommends similar movies automatically using machine learning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solidFill>
                  <a:srgbClr val="002060"/>
                </a:solidFill>
                <a:latin typeface="Algerian" pitchFamily="82" charset="0"/>
              </a:rPr>
              <a:t>Methodology /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18968"/>
            <a:ext cx="8229600" cy="4307195"/>
          </a:xfrm>
        </p:spPr>
        <p:txBody>
          <a:bodyPr/>
          <a:lstStyle/>
          <a:p>
            <a:r>
              <a:rPr dirty="0">
                <a:latin typeface="Algerian" pitchFamily="82" charset="0"/>
              </a:rPr>
              <a:t>Dataset (5000+ Movies)</a:t>
            </a:r>
          </a:p>
          <a:p>
            <a:r>
              <a:rPr dirty="0">
                <a:latin typeface="Algerian" pitchFamily="82" charset="0"/>
              </a:rPr>
              <a:t>→ Data Cleaning</a:t>
            </a:r>
          </a:p>
          <a:p>
            <a:r>
              <a:rPr dirty="0">
                <a:latin typeface="Algerian" pitchFamily="82" charset="0"/>
              </a:rPr>
              <a:t>→ Count</a:t>
            </a:r>
            <a:r>
              <a:rPr lang="en-US" dirty="0">
                <a:latin typeface="Algerian" pitchFamily="82" charset="0"/>
              </a:rPr>
              <a:t>-</a:t>
            </a:r>
            <a:r>
              <a:rPr dirty="0">
                <a:latin typeface="Algerian" pitchFamily="82" charset="0"/>
              </a:rPr>
              <a:t>Vectorizer</a:t>
            </a:r>
          </a:p>
          <a:p>
            <a:r>
              <a:rPr dirty="0">
                <a:latin typeface="Algerian" pitchFamily="82" charset="0"/>
              </a:rPr>
              <a:t>→ Cosine Similarity</a:t>
            </a:r>
          </a:p>
          <a:p>
            <a:r>
              <a:rPr dirty="0">
                <a:latin typeface="Algerian" pitchFamily="82" charset="0"/>
              </a:rPr>
              <a:t>→ Recommendations</a:t>
            </a:r>
          </a:p>
          <a:p>
            <a:r>
              <a:rPr dirty="0">
                <a:latin typeface="Algerian" pitchFamily="82" charset="0"/>
              </a:rPr>
              <a:t>→ Stream</a:t>
            </a:r>
            <a:r>
              <a:rPr lang="en-US" dirty="0">
                <a:latin typeface="Algerian" pitchFamily="82" charset="0"/>
              </a:rPr>
              <a:t>-</a:t>
            </a:r>
            <a:r>
              <a:rPr dirty="0">
                <a:latin typeface="Algerian" pitchFamily="82" charset="0"/>
              </a:rPr>
              <a:t>lit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4669978"/>
            <a:ext cx="3293268" cy="1173700"/>
          </a:xfrm>
        </p:spPr>
        <p:txBody>
          <a:bodyPr anchor="t">
            <a:normAutofit/>
          </a:bodyPr>
          <a:lstStyle/>
          <a:p>
            <a:r>
              <a:rPr lang="en-IN" sz="3500" u="sng" dirty="0">
                <a:solidFill>
                  <a:schemeClr val="tx1"/>
                </a:solidFill>
                <a:latin typeface="Algerian" pitchFamily="82" charset="0"/>
              </a:rPr>
              <a:t>Technologies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8150" y="4669978"/>
            <a:ext cx="4269581" cy="1173700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/>
                </a:solidFill>
                <a:latin typeface="Algerian" pitchFamily="82" charset="0"/>
              </a:rPr>
              <a:t>Technologies: Python, Pandas, </a:t>
            </a:r>
            <a:r>
              <a:rPr lang="en-US" sz="1300" dirty="0" err="1">
                <a:solidFill>
                  <a:schemeClr val="tx1"/>
                </a:solidFill>
                <a:latin typeface="Algerian" pitchFamily="82" charset="0"/>
              </a:rPr>
              <a:t>Scikit</a:t>
            </a:r>
            <a:r>
              <a:rPr lang="en-US" sz="1300" dirty="0">
                <a:solidFill>
                  <a:schemeClr val="tx1"/>
                </a:solidFill>
                <a:latin typeface="Algerian" pitchFamily="82" charset="0"/>
              </a:rPr>
              <a:t>-Learn, </a:t>
            </a:r>
            <a:r>
              <a:rPr lang="en-US" sz="1300" dirty="0" err="1">
                <a:solidFill>
                  <a:schemeClr val="tx1"/>
                </a:solidFill>
                <a:latin typeface="Algerian" pitchFamily="82" charset="0"/>
              </a:rPr>
              <a:t>Streamlit</a:t>
            </a:r>
            <a:r>
              <a:rPr lang="en-US" sz="1300" dirty="0">
                <a:solidFill>
                  <a:schemeClr val="tx1"/>
                </a:solidFill>
                <a:latin typeface="Algerian" pitchFamily="82" charset="0"/>
              </a:rPr>
              <a:t>.</a:t>
            </a:r>
          </a:p>
          <a:p>
            <a:pPr>
              <a:lnSpc>
                <a:spcPct val="90000"/>
              </a:lnSpc>
            </a:pPr>
            <a:endParaRPr lang="en-US" sz="1300" dirty="0">
              <a:solidFill>
                <a:schemeClr val="tx1"/>
              </a:solidFill>
              <a:latin typeface="Algerian" pitchFamily="82" charset="0"/>
            </a:endParaRPr>
          </a:p>
          <a:p>
            <a:pPr>
              <a:lnSpc>
                <a:spcPct val="90000"/>
              </a:lnSpc>
            </a:pPr>
            <a:r>
              <a:rPr lang="en-US" sz="1300" dirty="0">
                <a:solidFill>
                  <a:schemeClr val="tx1"/>
                </a:solidFill>
                <a:latin typeface="Algerian" pitchFamily="82" charset="0"/>
              </a:rPr>
              <a:t>Results: Interactive recommendation system with genre-based movie suggestions and clickable search links.</a:t>
            </a:r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xmlns="" id="{A7551E52-8050-849B-6DE7-73D2F4B5DEC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6782"/>
          <a:stretch>
            <a:fillRect/>
          </a:stretch>
        </p:blipFill>
        <p:spPr>
          <a:xfrm>
            <a:off x="20" y="-1"/>
            <a:ext cx="9143980" cy="3984912"/>
          </a:xfrm>
          <a:custGeom>
            <a:avLst/>
            <a:gdLst/>
            <a:ahLst/>
            <a:cxnLst/>
            <a:rect l="l" t="t" r="r" b="b"/>
            <a:pathLst>
              <a:path w="12192000" h="3984912">
                <a:moveTo>
                  <a:pt x="0" y="0"/>
                </a:moveTo>
                <a:lnTo>
                  <a:pt x="12192000" y="0"/>
                </a:lnTo>
                <a:lnTo>
                  <a:pt x="12192000" y="566059"/>
                </a:lnTo>
                <a:lnTo>
                  <a:pt x="12192000" y="794037"/>
                </a:lnTo>
                <a:lnTo>
                  <a:pt x="12192000" y="2336800"/>
                </a:lnTo>
                <a:lnTo>
                  <a:pt x="12192000" y="2631227"/>
                </a:lnTo>
                <a:lnTo>
                  <a:pt x="12192000" y="3908712"/>
                </a:lnTo>
                <a:lnTo>
                  <a:pt x="9439275" y="3984912"/>
                </a:lnTo>
                <a:lnTo>
                  <a:pt x="5572127" y="3737262"/>
                </a:lnTo>
                <a:lnTo>
                  <a:pt x="0" y="3908712"/>
                </a:lnTo>
                <a:lnTo>
                  <a:pt x="0" y="2631227"/>
                </a:lnTo>
                <a:lnTo>
                  <a:pt x="0" y="2336800"/>
                </a:lnTo>
                <a:lnTo>
                  <a:pt x="0" y="794037"/>
                </a:lnTo>
                <a:lnTo>
                  <a:pt x="0" y="566059"/>
                </a:lnTo>
                <a:close/>
              </a:path>
            </a:pathLst>
          </a:cu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u="sng" dirty="0">
                <a:solidFill>
                  <a:srgbClr val="002060"/>
                </a:solidFill>
                <a:latin typeface="Algerian" pitchFamily="82" charset="0"/>
              </a:rPr>
              <a:t>Conclusion &amp; Future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143432"/>
            <a:ext cx="8229600" cy="3982731"/>
          </a:xfrm>
        </p:spPr>
        <p:txBody>
          <a:bodyPr/>
          <a:lstStyle/>
          <a:p>
            <a:r>
              <a:rPr dirty="0">
                <a:latin typeface="Algerian" pitchFamily="82" charset="0"/>
              </a:rPr>
              <a:t>The project successfully demonstrates Content-Based Filtering.</a:t>
            </a:r>
          </a:p>
          <a:p>
            <a:r>
              <a:rPr dirty="0">
                <a:latin typeface="Algerian" pitchFamily="82" charset="0"/>
              </a:rPr>
              <a:t>Future Enhancements: Posters, Ratings, User Profiles, Hybrid Recommendations.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58</TotalTime>
  <Words>104</Words>
  <Application>Microsoft Office PowerPoint</Application>
  <PresentationFormat>On-screen Show 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Apothecary</vt:lpstr>
      <vt:lpstr>Content-Based AI Movie Recommendation System</vt:lpstr>
      <vt:lpstr>Problem Statement</vt:lpstr>
      <vt:lpstr>Methodology / Approach</vt:lpstr>
      <vt:lpstr>Technologies &amp; Results</vt:lpstr>
      <vt:lpstr>Conclusion &amp; Future Scope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Content-Based AI Movie Recommendation System</dc:title>
  <dc:subject/>
  <dc:creator/>
  <cp:keywords/>
  <dc:description>generated using python-pptx</dc:description>
  <cp:lastModifiedBy>Lenovo</cp:lastModifiedBy>
  <cp:revision>3</cp:revision>
  <dcterms:created xsi:type="dcterms:W3CDTF">2013-01-27T09:14:16Z</dcterms:created>
  <dcterms:modified xsi:type="dcterms:W3CDTF">2026-06-25T07:12:45Z</dcterms:modified>
  <cp:category/>
</cp:coreProperties>
</file>